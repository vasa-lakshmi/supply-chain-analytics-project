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8508" y="-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063187" y="868680"/>
            <a:ext cx="164592" cy="47548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7CE82A-CAAC-6559-7134-771D1EDF8761}"/>
              </a:ext>
            </a:extLst>
          </p:cNvPr>
          <p:cNvSpPr/>
          <p:nvPr/>
        </p:nvSpPr>
        <p:spPr>
          <a:xfrm rot="16200000">
            <a:off x="7396748" y="-2295144"/>
            <a:ext cx="164592" cy="47548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545D47-E1DC-C45B-9F9D-43C499B6DD18}"/>
              </a:ext>
            </a:extLst>
          </p:cNvPr>
          <p:cNvSpPr/>
          <p:nvPr/>
        </p:nvSpPr>
        <p:spPr>
          <a:xfrm rot="16200000">
            <a:off x="7396748" y="4398264"/>
            <a:ext cx="164592" cy="47548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DECCA9-9012-D4C2-DDE4-45F9D86848D4}"/>
              </a:ext>
            </a:extLst>
          </p:cNvPr>
          <p:cNvSpPr/>
          <p:nvPr/>
        </p:nvSpPr>
        <p:spPr>
          <a:xfrm>
            <a:off x="2833263" y="868680"/>
            <a:ext cx="164592" cy="47548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9F754-258A-D60E-A672-9A761C2B525A}"/>
              </a:ext>
            </a:extLst>
          </p:cNvPr>
          <p:cNvSpPr txBox="1"/>
          <p:nvPr/>
        </p:nvSpPr>
        <p:spPr>
          <a:xfrm>
            <a:off x="3246120" y="1097280"/>
            <a:ext cx="7132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800" b="1" dirty="0">
                <a:solidFill>
                  <a:srgbClr val="153462"/>
                </a:solidFill>
                <a:latin typeface="Aptos"/>
              </a:rPr>
              <a:t>Supply Chain &amp;</a:t>
            </a:r>
            <a:r>
              <a:rPr lang="en-US" sz="2800" b="1" dirty="0">
                <a:solidFill>
                  <a:srgbClr val="153462"/>
                </a:solidFill>
                <a:latin typeface="Aptos"/>
              </a:rPr>
              <a:t> </a:t>
            </a:r>
            <a:r>
              <a:rPr sz="2800" b="1" dirty="0">
                <a:solidFill>
                  <a:srgbClr val="153462"/>
                </a:solidFill>
                <a:latin typeface="Aptos"/>
              </a:rPr>
              <a:t>Business Operations
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E878EA-2C5B-9406-B124-27CD5F01C2ED}"/>
              </a:ext>
            </a:extLst>
          </p:cNvPr>
          <p:cNvSpPr txBox="1"/>
          <p:nvPr/>
        </p:nvSpPr>
        <p:spPr>
          <a:xfrm>
            <a:off x="3189334" y="2767280"/>
            <a:ext cx="8031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Intern Name : Vasa Lakshmi</a:t>
            </a:r>
          </a:p>
          <a:p>
            <a:r>
              <a:rPr lang="en-US" sz="2000" dirty="0"/>
              <a:t>Project Name : </a:t>
            </a:r>
            <a:r>
              <a:rPr lang="en-US" sz="2000" dirty="0">
                <a:latin typeface="Aptos"/>
              </a:rPr>
              <a:t>Supply Chain &amp; Business Operations Analysis</a:t>
            </a:r>
          </a:p>
          <a:p>
            <a:r>
              <a:rPr lang="en-IN" sz="2000" dirty="0"/>
              <a:t>Mentor Name : Anish Sir &amp; Arihant Sir 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25A04-32F6-0430-C6A4-F8CCC53A4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CCC88D-AE0D-C4D3-F98A-9F0E1EFF289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A97852-C719-C7EA-EC88-ED13473DA240}"/>
              </a:ext>
            </a:extLst>
          </p:cNvPr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4970C4-A1CA-2842-8E1D-9FF51430C782}"/>
              </a:ext>
            </a:extLst>
          </p:cNvPr>
          <p:cNvSpPr/>
          <p:nvPr/>
        </p:nvSpPr>
        <p:spPr>
          <a:xfrm>
            <a:off x="2834640" y="868680"/>
            <a:ext cx="164592" cy="47548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25CA1C-5968-798F-613A-2B630EB37E53}"/>
              </a:ext>
            </a:extLst>
          </p:cNvPr>
          <p:cNvSpPr txBox="1"/>
          <p:nvPr/>
        </p:nvSpPr>
        <p:spPr>
          <a:xfrm>
            <a:off x="3246120" y="109728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53462"/>
                </a:solidFill>
                <a:latin typeface="Aptos"/>
              </a:rPr>
              <a:t>Supply Chain &amp;
Business Operations
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9F1945-9878-D64B-B853-63890BF03A12}"/>
              </a:ext>
            </a:extLst>
          </p:cNvPr>
          <p:cNvSpPr txBox="1"/>
          <p:nvPr/>
        </p:nvSpPr>
        <p:spPr>
          <a:xfrm>
            <a:off x="3273552" y="28346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E75B6"/>
                </a:solidFill>
                <a:latin typeface="Aptos"/>
              </a:rPr>
              <a:t>End-to-End Analysis Using Python, SQL, and Power 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3A01F-E302-CEC3-3BE1-FEFBDD398EED}"/>
              </a:ext>
            </a:extLst>
          </p:cNvPr>
          <p:cNvSpPr txBox="1"/>
          <p:nvPr/>
        </p:nvSpPr>
        <p:spPr>
          <a:xfrm>
            <a:off x="3273552" y="3520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Aptos"/>
              </a:rPr>
              <a:t>Professional Internship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09D84-F09E-7F3E-4ECC-08812CE764C1}"/>
              </a:ext>
            </a:extLst>
          </p:cNvPr>
          <p:cNvSpPr txBox="1"/>
          <p:nvPr/>
        </p:nvSpPr>
        <p:spPr>
          <a:xfrm>
            <a:off x="3273552" y="406908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Aptos"/>
              </a:rPr>
              <a:t>Prepared to demonstrate analytical thinking, technical execution, and business decision support across the supply chain lifecycle.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D9E54B0-D1D1-A761-6E0B-6F2018EC9A9B}"/>
              </a:ext>
            </a:extLst>
          </p:cNvPr>
          <p:cNvSpPr/>
          <p:nvPr/>
        </p:nvSpPr>
        <p:spPr>
          <a:xfrm>
            <a:off x="361188" y="521355"/>
            <a:ext cx="1557528" cy="5815289"/>
          </a:xfrm>
          <a:prstGeom prst="roundRect">
            <a:avLst/>
          </a:prstGeom>
          <a:solidFill>
            <a:srgbClr val="214070"/>
          </a:solidFill>
          <a:ln>
            <a:solidFill>
              <a:srgbClr val="21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B3F907-5711-EFBF-2CC0-FAB9739472C2}"/>
              </a:ext>
            </a:extLst>
          </p:cNvPr>
          <p:cNvSpPr txBox="1"/>
          <p:nvPr/>
        </p:nvSpPr>
        <p:spPr>
          <a:xfrm rot="16200000">
            <a:off x="-320040" y="3058815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FFFFFF"/>
                </a:solidFill>
                <a:latin typeface="Aptos"/>
              </a:rPr>
              <a:t>Business Focus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677418-6693-A24B-5F1C-DF8F222465C3}"/>
              </a:ext>
            </a:extLst>
          </p:cNvPr>
          <p:cNvSpPr txBox="1"/>
          <p:nvPr/>
        </p:nvSpPr>
        <p:spPr>
          <a:xfrm rot="16200000">
            <a:off x="317296" y="4874735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FFFFFF"/>
                </a:solidFill>
                <a:latin typeface="Aptos Display"/>
              </a:rPr>
              <a:t>Inventory • Delivery • Warehouses • Profitability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133AE9-5BD1-0492-1E02-50EBC97A090A}"/>
              </a:ext>
            </a:extLst>
          </p:cNvPr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6913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Project Objective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What this project set out to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21921" y="1034378"/>
            <a:ext cx="7997951" cy="914400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419856" y="1110455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153462"/>
                </a:solidFill>
                <a:latin typeface="Aptos"/>
              </a:rPr>
              <a:t>Primary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" y="1384358"/>
            <a:ext cx="7997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2D2D2D"/>
                </a:solidFill>
                <a:latin typeface="Aptos Display"/>
              </a:rPr>
              <a:t>Turn raw operational data into actionable supply chain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920" y="2148840"/>
            <a:ext cx="7997951" cy="979981"/>
          </a:xfrm>
          <a:prstGeom prst="roundRect">
            <a:avLst/>
          </a:prstGeom>
          <a:solidFill>
            <a:srgbClr val="E8F5FB"/>
          </a:solidFill>
          <a:ln>
            <a:solidFill>
              <a:srgbClr val="E8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36976" y="2173814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153462"/>
                </a:solidFill>
                <a:latin typeface="Aptos"/>
              </a:rPr>
              <a:t>Analytics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" y="2548841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2D2D2D"/>
                </a:solidFill>
                <a:latin typeface="Aptos Display"/>
              </a:rPr>
              <a:t>Business understanding → cleaning → analysis → dashboarding → recommendations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920" y="3328882"/>
            <a:ext cx="7997951" cy="891737"/>
          </a:xfrm>
          <a:prstGeom prst="roundRect">
            <a:avLst/>
          </a:prstGeom>
          <a:solidFill>
            <a:srgbClr val="EBF1DE"/>
          </a:solidFill>
          <a:ln>
            <a:solidFill>
              <a:srgbClr val="EB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36976" y="3261893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153462"/>
                </a:solidFill>
                <a:latin typeface="Aptos"/>
              </a:rPr>
              <a:t>Business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1" y="3643762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D2D2D"/>
                </a:solidFill>
                <a:latin typeface="Aptos Display"/>
              </a:rPr>
              <a:t>Support faster, more data-driven operational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1" y="4461562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Simulated the role of a Business Operations / Data Analyst in a realistic supply chain setting</a:t>
            </a:r>
          </a:p>
          <a:p>
            <a:pPr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Analyzed warehouse performance, inventory balance, delivery efficiency, and demand fulfillment</a:t>
            </a:r>
          </a:p>
          <a:p>
            <a:pPr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Used Python for data preparation and exploratory analysis, SQL for business questions, and Power BI for executive dashboards</a:t>
            </a:r>
          </a:p>
          <a:p>
            <a:pPr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Converted findings into business recommendations for management decision-making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Business Problem &amp; Key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Core operational issues addressed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440680" cy="48006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Challenges Observed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Stock shortages and overstocking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Poor demand forecasting readiness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Delivery delays and service inconsistency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Uneven warehouse performance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Inefficient inventory utilization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440680" cy="48006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Business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Which warehouses perform better?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Which product categories have inventory imbalances?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How efficient are deliveries?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What factors impact operations?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What actions can improve effectiveness?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Dataset &amp; KPI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Business_Operations_Analyst_data.csv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657600" cy="516636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Data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Warehouse_ID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Product_Category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Demand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Stock Levels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Inventory Health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Delivery Efficiency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Service Score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Estimated Profit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Additional operational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0248" y="11658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53462"/>
                </a:solidFill>
                <a:latin typeface="Aptos"/>
              </a:rPr>
              <a:t>KPIs Used in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74519"/>
            <a:ext cx="6720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9842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ptos"/>
              </a:rPr>
              <a:t>Service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8424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Customer experience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724912"/>
            <a:ext cx="6720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83464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ptos"/>
              </a:rPr>
              <a:t>Delivery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3464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Logistics execution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575304"/>
            <a:ext cx="6720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36850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ptos"/>
              </a:rPr>
              <a:t>Inventory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8503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Stock balance and replenishment 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4425696"/>
            <a:ext cx="6720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453542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ptos"/>
              </a:rPr>
              <a:t>Demand vs 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3542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Fulfillment and shortage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5276088"/>
            <a:ext cx="6720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538581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ptos"/>
              </a:rPr>
              <a:t>Estimated Profit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38581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Financial performance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Technology stack used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154680" cy="16002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801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945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Data cleaning and exploratory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00200"/>
            <a:ext cx="3154680" cy="16002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1801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1945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Data manipulation and KPI calculation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600200"/>
            <a:ext cx="3154680" cy="16002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2128" y="1801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Matplotlib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1945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Operational visualizations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154680" cy="16002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4041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43484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SQL-driven business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840480"/>
            <a:ext cx="3154680" cy="16002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61688" y="4041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443484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Interactive dashboard creation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840480"/>
            <a:ext cx="3154680" cy="16002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2128" y="4041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8" y="443484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Project documentation and portfolio 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Project Workflow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End-to-end analytical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3462"/>
                </a:solidFill>
                <a:latin typeface="Aptos"/>
              </a:rPr>
              <a:t>1. Understand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651760"/>
            <a:ext cx="1737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Loaded dataset, reviewed variables, data types, and inconsistencies</a:t>
            </a:r>
          </a:p>
        </p:txBody>
      </p:sp>
      <p:sp>
        <p:nvSpPr>
          <p:cNvPr id="9" name="Chevron 8"/>
          <p:cNvSpPr/>
          <p:nvPr/>
        </p:nvSpPr>
        <p:spPr>
          <a:xfrm>
            <a:off x="2788920" y="2606040"/>
            <a:ext cx="411480" cy="502920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26080" y="192024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2148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3462"/>
                </a:solidFill>
                <a:latin typeface="Aptos"/>
              </a:rPr>
              <a:t>2. Clean &amp; 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651760"/>
            <a:ext cx="1737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Checked nulls, validated types, removed duplicates, standardized structure</a:t>
            </a:r>
          </a:p>
        </p:txBody>
      </p:sp>
      <p:sp>
        <p:nvSpPr>
          <p:cNvPr id="13" name="Chevron 12"/>
          <p:cNvSpPr/>
          <p:nvPr/>
        </p:nvSpPr>
        <p:spPr>
          <a:xfrm>
            <a:off x="5074920" y="2606040"/>
            <a:ext cx="411480" cy="502920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12080" y="192024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2148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3462"/>
                </a:solidFill>
                <a:latin typeface="Aptos"/>
              </a:rPr>
              <a:t>3. Python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4" y="2651760"/>
            <a:ext cx="1737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Evaluated warehouses, delivery performance, and inventory health</a:t>
            </a:r>
          </a:p>
        </p:txBody>
      </p:sp>
      <p:sp>
        <p:nvSpPr>
          <p:cNvPr id="17" name="Chevron 16"/>
          <p:cNvSpPr/>
          <p:nvPr/>
        </p:nvSpPr>
        <p:spPr>
          <a:xfrm>
            <a:off x="7360920" y="2606040"/>
            <a:ext cx="411480" cy="502920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98079" y="192024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2148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3462"/>
                </a:solidFill>
                <a:latin typeface="Aptos"/>
              </a:rPr>
              <a:t>4. SQL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2651760"/>
            <a:ext cx="1737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Answered business questions on demand, stock, and category performance</a:t>
            </a:r>
          </a:p>
        </p:txBody>
      </p:sp>
      <p:sp>
        <p:nvSpPr>
          <p:cNvPr id="21" name="Chevron 20"/>
          <p:cNvSpPr/>
          <p:nvPr/>
        </p:nvSpPr>
        <p:spPr>
          <a:xfrm>
            <a:off x="9646919" y="2606040"/>
            <a:ext cx="411480" cy="502920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784080" y="192024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40" y="2148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3462"/>
                </a:solidFill>
                <a:latin typeface="Aptos"/>
              </a:rPr>
              <a:t>5. Power BI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0384" y="2651760"/>
            <a:ext cx="1737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Converted analysis into executive visuals and management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Aptos"/>
              </a:rPr>
              <a:t>Outcome: a clean dataset, reusable analysis assets, and an executive-ready dashboard story.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Python Analysis: Warehouse Service &amp;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Operational performance comparison by warehouse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54104"/>
            <a:ext cx="5440680" cy="48006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Service Score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48463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Grouped records by </a:t>
            </a:r>
            <a:r>
              <a:rPr sz="2000" dirty="0" err="1"/>
              <a:t>Warehouse_ID</a:t>
            </a:r>
            <a:endParaRPr sz="2000" dirty="0"/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Calculated average Service Score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Ranked warehouses from highest to lowest service quality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Flagged underperforming locations for attention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440680" cy="48006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Delivery Efficiency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8463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Calculated average Delivery Efficiency per warehouse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Compared fastest vs slowest operating locations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Highlighted major variation in execution consistency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Connected delivery performance to customer satisfaction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D7D31"/>
                </a:solidFill>
                <a:latin typeface="Aptos"/>
              </a:rPr>
              <a:t>Business value: identifies where best practices exist and where targeted coaching or process changes are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Python Analysis: Inventory Health &amp;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Inventory control effectiveness across warehouses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4663440" cy="448056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53462"/>
                </a:solidFill>
                <a:latin typeface="Aptos"/>
              </a:rPr>
              <a:t>Inventory Health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7029"/>
            <a:ext cx="39319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dirty="0"/>
              <a:t>Calculated average Inventory Health by </a:t>
            </a:r>
            <a:r>
              <a:rPr dirty="0" err="1"/>
              <a:t>Warehouse_ID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dirty="0"/>
              <a:t>Assessed stock balance and replenishment quality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dirty="0"/>
              <a:t>Separated healthier warehouses from locations needing tighter control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dirty="0"/>
              <a:t>Supported prevention of stockouts, overstocking, and excess carrying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650" y="1639111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dirty="0">
                <a:solidFill>
                  <a:srgbClr val="153462"/>
                </a:solidFill>
                <a:latin typeface="Aptos"/>
              </a:rPr>
              <a:t>Visual Communication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539279"/>
            <a:ext cx="5669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05272" y="286628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ptos"/>
              </a:rPr>
              <a:t>Warehouse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2880545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Bar / column rankings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3760470"/>
            <a:ext cx="5669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0" y="3813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E75B6"/>
                </a:solidFill>
                <a:latin typeface="Aptos"/>
              </a:rPr>
              <a:t>Performance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01193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Variation across sites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4924044"/>
            <a:ext cx="5669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05272" y="4952557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ptos"/>
              </a:rPr>
              <a:t>KPI 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98107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Simple and stakeholder-friendly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D7D31"/>
                </a:solidFill>
                <a:latin typeface="Aptos"/>
              </a:rPr>
              <a:t>Business value: turns warehouse-level operational signals into clear management 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SQL Analysis: Demand vs Stock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Inventory alignment with market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mand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992819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2898" y="1417320"/>
            <a:ext cx="3934261" cy="3429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6642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53462"/>
                </a:solidFill>
                <a:latin typeface="Aptos"/>
              </a:rPr>
              <a:t>Key SQL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01168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Demand exceeded stock across multiple categories</a:t>
            </a:r>
          </a:p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Groceries: 314,006 vs 296,597</a:t>
            </a:r>
          </a:p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Automotive: 261,340 vs 234,425</a:t>
            </a:r>
          </a:p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Furniture: 271,495 vs 253,736</a:t>
            </a:r>
          </a:p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Electronics: 310,806 vs 275,000</a:t>
            </a:r>
          </a:p>
          <a:p>
            <a:pPr>
              <a:defRPr sz="1500">
                <a:solidFill>
                  <a:srgbClr val="2D2D2D"/>
                </a:solidFill>
                <a:latin typeface="Aptos"/>
              </a:defRPr>
            </a:pPr>
            <a:r>
              <a:t>Apparel also showed a shortage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D7D31"/>
                </a:solidFill>
                <a:latin typeface="Aptos"/>
              </a:rPr>
              <a:t>Implication: high-demand categories face lost-sales risk and need stronger replenishment planning.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Power BI Dashboard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Executive-ready monitoring and decision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440680" cy="48006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Dashboard Visuals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469244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Warehouse KPI comparison: Service Score, Delivery Efficiency, Inventory Health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Demand vs Stock clustered bar chart for replenishment visibility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Estimated Profit bubble chart to reveal profitability patterns and negative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440680" cy="48006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Executive Design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8463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Dashboard organized for quick management review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Professional layout, readability, and logical navigation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Forecasting was limited because the dataset had no date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D7D31"/>
                </a:solidFill>
                <a:latin typeface="Aptos"/>
              </a:rPr>
              <a:t>Key learning: accurate demand forecasting requires transaction timestamps and a time-series-ready dataset.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What the analysis revealed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89920" cy="74980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270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3462"/>
                </a:solidFill>
                <a:latin typeface="Aptos"/>
              </a:rPr>
              <a:t>Inventory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527048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Aptos"/>
              </a:rPr>
              <a:t>Demand exceeded stock in several categories, creating revenue-loss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13432"/>
            <a:ext cx="10789920" cy="749808"/>
          </a:xfrm>
          <a:prstGeom prst="roundRect">
            <a:avLst/>
          </a:prstGeom>
          <a:solidFill>
            <a:srgbClr val="EBF1DE"/>
          </a:solidFill>
          <a:ln>
            <a:solidFill>
              <a:srgbClr val="EB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3462"/>
                </a:solidFill>
                <a:latin typeface="Aptos"/>
              </a:rPr>
              <a:t>Warehouse Variation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3720" y="2423160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Aptos"/>
              </a:rPr>
              <a:t>Service quality and delivery efficiency differed noticeably across locations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9544"/>
            <a:ext cx="10789920" cy="749808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31927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3462"/>
                </a:solidFill>
                <a:latin typeface="Aptos"/>
              </a:rPr>
              <a:t>Inventory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3720" y="3355848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Aptos"/>
              </a:rPr>
              <a:t>Some warehouses showed weaker inventory health and need tighter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8241"/>
            <a:ext cx="10789920" cy="749808"/>
          </a:xfrm>
          <a:prstGeom prst="roundRect">
            <a:avLst/>
          </a:prstGeom>
          <a:solidFill>
            <a:srgbClr val="F4CCCC"/>
          </a:solidFill>
          <a:ln>
            <a:solidFill>
              <a:srgbClr val="F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21538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3462"/>
                </a:solidFill>
                <a:latin typeface="Aptos"/>
              </a:rPr>
              <a:t>Profitability Concern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3720" y="4222955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Aptos"/>
              </a:rPr>
              <a:t>Negative estimated profit values point to operational inefficiencies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65192"/>
            <a:ext cx="10789920" cy="749808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51114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3462"/>
                </a:solidFill>
                <a:latin typeface="Aptos"/>
              </a:rPr>
              <a:t>Data Governance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3720" y="5111496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Aptos"/>
              </a:rPr>
              <a:t>Missing date information limited forecasting and future planning readiness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Recommendations &amp;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Practical steps to improve supply chain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3462"/>
                </a:solidFill>
                <a:latin typeface="Aptos"/>
              </a:rPr>
              <a:t>Inventory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" y="2240280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2D2D2D"/>
                </a:solidFill>
                <a:latin typeface="Aptos"/>
              </a:rPr>
              <a:t>Align stock with demand, increase safety stock where needed, use dynamic reorder 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00200"/>
            <a:ext cx="4754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7282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3462"/>
                </a:solidFill>
                <a:latin typeface="Aptos"/>
              </a:rPr>
              <a:t>Warehouse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2220" y="2208276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2D2D2D"/>
                </a:solidFill>
                <a:latin typeface="Aptos"/>
              </a:rPr>
              <a:t>Benchmark top performers, train low-performing teams, standardize best practices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4572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3462"/>
                </a:solidFill>
                <a:latin typeface="Aptos"/>
              </a:rPr>
              <a:t>Delivery Enhancement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54196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2D2D2D"/>
                </a:solidFill>
                <a:latin typeface="Aptos"/>
              </a:rPr>
              <a:t>Investigate delay causes, optimize logistics workflows, monitor efficiency continuously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5691" y="3246120"/>
            <a:ext cx="4572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33741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3462"/>
                </a:solidFill>
                <a:latin typeface="Aptos"/>
              </a:rPr>
              <a:t>Forecasting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1205" y="3817620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2D2D2D"/>
                </a:solidFill>
                <a:latin typeface="Aptos"/>
              </a:rPr>
              <a:t>Capture transaction timestamps and build historical forecasting capabilities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4892040"/>
            <a:ext cx="4572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1880" y="5020055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3462"/>
                </a:solidFill>
                <a:latin typeface="Aptos"/>
              </a:rPr>
              <a:t>Dashboard Adoption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9020" y="5487924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2D2D2D"/>
                </a:solidFill>
                <a:latin typeface="Aptos"/>
              </a:rPr>
              <a:t>Use Power BI dashboards in regular management reviews and promote data-driven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Skills Demonstrated &amp; Internship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What this project reflects professionally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440680" cy="48006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Technical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Python, Pandas, Matplotlib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PostgreSQL / SQL query writing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Power BI dashboard development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GitHub project documentation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440680" cy="48006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3462"/>
                </a:solidFill>
                <a:latin typeface="Aptos"/>
              </a:rPr>
              <a:t>Analytical &amp; Business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Data cleaning and EDA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KPI development and business analysis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Supply chain and inventory understanding</a:t>
            </a:r>
          </a:p>
          <a:p>
            <a:pPr>
              <a:defRPr sz="1600">
                <a:solidFill>
                  <a:srgbClr val="2D2D2D"/>
                </a:solidFill>
                <a:latin typeface="Aptos"/>
              </a:defRPr>
            </a:pPr>
            <a:r>
              <a:t>Executive reporting and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D7D31"/>
                </a:solidFill>
                <a:latin typeface="Aptos"/>
              </a:rPr>
              <a:t>Internship value: demonstrates the ability to connect technical analysis with real business decisions.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CE6F2"/>
                </a:solidFill>
                <a:latin typeface="Aptos"/>
              </a:rPr>
              <a:t>End-to-end supply chain analysis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41248"/>
            <a:ext cx="1097280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10332720" cy="283464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011680"/>
            <a:ext cx="9509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D2D2D"/>
                </a:solidFill>
                <a:latin typeface="Aptos"/>
              </a:defRPr>
            </a:pPr>
            <a:r>
              <a:t>Transformed raw operational data into meaningful, management-ready insights</a:t>
            </a:r>
          </a:p>
          <a:p>
            <a:pPr>
              <a:defRPr sz="2000">
                <a:solidFill>
                  <a:srgbClr val="2D2D2D"/>
                </a:solidFill>
                <a:latin typeface="Aptos"/>
              </a:defRPr>
            </a:pPr>
            <a:r>
              <a:t>Identified inventory gaps, warehouse performance differences, delivery inefficiencies, and profitability concerns</a:t>
            </a:r>
          </a:p>
          <a:p>
            <a:pPr>
              <a:defRPr sz="2000">
                <a:solidFill>
                  <a:srgbClr val="2D2D2D"/>
                </a:solidFill>
                <a:latin typeface="Aptos"/>
              </a:defRPr>
            </a:pPr>
            <a:r>
              <a:t>Demonstrated technical proficiency plus the ability to translate analysis into action</a:t>
            </a:r>
          </a:p>
          <a:p>
            <a:pPr>
              <a:defRPr sz="2000">
                <a:solidFill>
                  <a:srgbClr val="2D2D2D"/>
                </a:solidFill>
                <a:latin typeface="Aptos"/>
              </a:defRPr>
            </a:pPr>
            <a:r>
              <a:t>Delivered an executive-ready analytical solution for data-driven supply chain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892040"/>
            <a:ext cx="5303520" cy="914400"/>
          </a:xfrm>
          <a:prstGeom prst="roundRect">
            <a:avLst/>
          </a:prstGeom>
          <a:solidFill>
            <a:srgbClr val="15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51389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Thank You /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87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1025</Words>
  <Application>Microsoft Office PowerPoint</Application>
  <PresentationFormat>Widescreen</PresentationFormat>
  <Paragraphs>194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vasa lakshmi</cp:lastModifiedBy>
  <cp:revision>2</cp:revision>
  <dcterms:created xsi:type="dcterms:W3CDTF">2013-01-27T09:14:16Z</dcterms:created>
  <dcterms:modified xsi:type="dcterms:W3CDTF">2026-06-18T13:23:29Z</dcterms:modified>
  <cp:category/>
</cp:coreProperties>
</file>